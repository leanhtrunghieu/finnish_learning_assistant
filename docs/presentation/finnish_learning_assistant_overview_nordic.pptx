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12CC2A-19A2-4CA1-949E-601CE0C9AA65}" v="8" dt="2026-09-26T12:31:34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ê Anh Trung Hiếu" userId="eb0589ed0ff121a3" providerId="LiveId" clId="{C8BF692B-8527-43F5-BFB6-3D29F42D6D4D}"/>
    <pc:docChg chg="undo custSel addSld modSld sldOrd">
      <pc:chgData name="Lê Anh Trung Hiếu" userId="eb0589ed0ff121a3" providerId="LiveId" clId="{C8BF692B-8527-43F5-BFB6-3D29F42D6D4D}" dt="2026-09-26T12:31:43.425" v="556" actId="20577"/>
      <pc:docMkLst>
        <pc:docMk/>
      </pc:docMkLst>
      <pc:sldChg chg="modSp mod">
        <pc:chgData name="Lê Anh Trung Hiếu" userId="eb0589ed0ff121a3" providerId="LiveId" clId="{C8BF692B-8527-43F5-BFB6-3D29F42D6D4D}" dt="2026-09-26T12:26:35.725" v="448" actId="20577"/>
        <pc:sldMkLst>
          <pc:docMk/>
          <pc:sldMk cId="1209151300" sldId="256"/>
        </pc:sldMkLst>
        <pc:spChg chg="mod">
          <ac:chgData name="Lê Anh Trung Hiếu" userId="eb0589ed0ff121a3" providerId="LiveId" clId="{C8BF692B-8527-43F5-BFB6-3D29F42D6D4D}" dt="2026-09-26T12:23:44.102" v="345" actId="20577"/>
          <ac:spMkLst>
            <pc:docMk/>
            <pc:sldMk cId="1209151300" sldId="256"/>
            <ac:spMk id="2" creationId="{7EF69971-1377-4870-8F07-4401D6F29E20}"/>
          </ac:spMkLst>
        </pc:spChg>
        <pc:spChg chg="mod">
          <ac:chgData name="Lê Anh Trung Hiếu" userId="eb0589ed0ff121a3" providerId="LiveId" clId="{C8BF692B-8527-43F5-BFB6-3D29F42D6D4D}" dt="2026-09-26T12:22:32.548" v="294" actId="20577"/>
          <ac:spMkLst>
            <pc:docMk/>
            <pc:sldMk cId="1209151300" sldId="256"/>
            <ac:spMk id="3" creationId="{8620172B-EF24-47CF-BF93-90612D144DD7}"/>
          </ac:spMkLst>
        </pc:spChg>
        <pc:spChg chg="mod">
          <ac:chgData name="Lê Anh Trung Hiếu" userId="eb0589ed0ff121a3" providerId="LiveId" clId="{C8BF692B-8527-43F5-BFB6-3D29F42D6D4D}" dt="2026-09-26T12:26:35.725" v="448" actId="20577"/>
          <ac:spMkLst>
            <pc:docMk/>
            <pc:sldMk cId="1209151300" sldId="256"/>
            <ac:spMk id="4" creationId="{044A2672-A92E-44E2-9D34-22E6180A003A}"/>
          </ac:spMkLst>
        </pc:spChg>
        <pc:spChg chg="mod">
          <ac:chgData name="Lê Anh Trung Hiếu" userId="eb0589ed0ff121a3" providerId="LiveId" clId="{C8BF692B-8527-43F5-BFB6-3D29F42D6D4D}" dt="2026-09-26T12:24:07.506" v="349" actId="1076"/>
          <ac:spMkLst>
            <pc:docMk/>
            <pc:sldMk cId="1209151300" sldId="256"/>
            <ac:spMk id="5" creationId="{A64ECB41-1249-4624-A5F1-EAE545148EC2}"/>
          </ac:spMkLst>
        </pc:spChg>
      </pc:sldChg>
      <pc:sldChg chg="delSp modSp mod modTransition">
        <pc:chgData name="Lê Anh Trung Hiếu" userId="eb0589ed0ff121a3" providerId="LiveId" clId="{C8BF692B-8527-43F5-BFB6-3D29F42D6D4D}" dt="2026-09-26T12:29:34.985" v="524" actId="478"/>
        <pc:sldMkLst>
          <pc:docMk/>
          <pc:sldMk cId="1828350286" sldId="257"/>
        </pc:sldMkLst>
        <pc:spChg chg="mod">
          <ac:chgData name="Lê Anh Trung Hiếu" userId="eb0589ed0ff121a3" providerId="LiveId" clId="{C8BF692B-8527-43F5-BFB6-3D29F42D6D4D}" dt="2026-09-26T12:28:20.215" v="507" actId="14100"/>
          <ac:spMkLst>
            <pc:docMk/>
            <pc:sldMk cId="1828350286" sldId="257"/>
            <ac:spMk id="4" creationId="{5AB4FAFB-A272-46B8-82CE-5BACFFF09776}"/>
          </ac:spMkLst>
        </pc:spChg>
        <pc:spChg chg="del mod">
          <ac:chgData name="Lê Anh Trung Hiếu" userId="eb0589ed0ff121a3" providerId="LiveId" clId="{C8BF692B-8527-43F5-BFB6-3D29F42D6D4D}" dt="2026-09-26T12:29:11.831" v="521" actId="478"/>
          <ac:spMkLst>
            <pc:docMk/>
            <pc:sldMk cId="1828350286" sldId="257"/>
            <ac:spMk id="5" creationId="{1F834C6B-8DF6-4314-AF46-539682183AC0}"/>
          </ac:spMkLst>
        </pc:spChg>
        <pc:spChg chg="mod">
          <ac:chgData name="Lê Anh Trung Hiếu" userId="eb0589ed0ff121a3" providerId="LiveId" clId="{C8BF692B-8527-43F5-BFB6-3D29F42D6D4D}" dt="2026-09-26T12:28:35.939" v="520" actId="20577"/>
          <ac:spMkLst>
            <pc:docMk/>
            <pc:sldMk cId="1828350286" sldId="257"/>
            <ac:spMk id="7" creationId="{EB3DFCF6-F0E3-4B74-8383-51FDF255BD81}"/>
          </ac:spMkLst>
        </pc:spChg>
        <pc:spChg chg="del">
          <ac:chgData name="Lê Anh Trung Hiếu" userId="eb0589ed0ff121a3" providerId="LiveId" clId="{C8BF692B-8527-43F5-BFB6-3D29F42D6D4D}" dt="2026-09-26T12:29:13.512" v="522" actId="478"/>
          <ac:spMkLst>
            <pc:docMk/>
            <pc:sldMk cId="1828350286" sldId="257"/>
            <ac:spMk id="8" creationId="{7F59272C-EB49-441B-BD84-8944737AC6C9}"/>
          </ac:spMkLst>
        </pc:spChg>
        <pc:spChg chg="mod">
          <ac:chgData name="Lê Anh Trung Hiếu" userId="eb0589ed0ff121a3" providerId="LiveId" clId="{C8BF692B-8527-43F5-BFB6-3D29F42D6D4D}" dt="2026-09-26T12:27:40.639" v="489" actId="20577"/>
          <ac:spMkLst>
            <pc:docMk/>
            <pc:sldMk cId="1828350286" sldId="257"/>
            <ac:spMk id="10" creationId="{5339B6F2-AAC0-422E-9E5B-7180E3146750}"/>
          </ac:spMkLst>
        </pc:spChg>
        <pc:spChg chg="del">
          <ac:chgData name="Lê Anh Trung Hiếu" userId="eb0589ed0ff121a3" providerId="LiveId" clId="{C8BF692B-8527-43F5-BFB6-3D29F42D6D4D}" dt="2026-09-26T12:29:33.435" v="523" actId="478"/>
          <ac:spMkLst>
            <pc:docMk/>
            <pc:sldMk cId="1828350286" sldId="257"/>
            <ac:spMk id="11" creationId="{6A579CCE-0FDF-471C-BEA4-63A3CA160E5D}"/>
          </ac:spMkLst>
        </pc:spChg>
        <pc:spChg chg="del">
          <ac:chgData name="Lê Anh Trung Hiếu" userId="eb0589ed0ff121a3" providerId="LiveId" clId="{C8BF692B-8527-43F5-BFB6-3D29F42D6D4D}" dt="2026-09-26T12:29:34.985" v="524" actId="478"/>
          <ac:spMkLst>
            <pc:docMk/>
            <pc:sldMk cId="1828350286" sldId="257"/>
            <ac:spMk id="14" creationId="{9B44B53D-CD13-4DA2-9FD7-543FCE8ADD34}"/>
          </ac:spMkLst>
        </pc:spChg>
        <pc:spChg chg="mod">
          <ac:chgData name="Lê Anh Trung Hiếu" userId="eb0589ed0ff121a3" providerId="LiveId" clId="{C8BF692B-8527-43F5-BFB6-3D29F42D6D4D}" dt="2026-09-26T12:17:38.637" v="31" actId="20577"/>
          <ac:spMkLst>
            <pc:docMk/>
            <pc:sldMk cId="1828350286" sldId="257"/>
            <ac:spMk id="16" creationId="{0C41DA76-56CF-4317-837A-E2F9A3824A0B}"/>
          </ac:spMkLst>
        </pc:spChg>
      </pc:sldChg>
      <pc:sldChg chg="addSp modSp mod">
        <pc:chgData name="Lê Anh Trung Hiếu" userId="eb0589ed0ff121a3" providerId="LiveId" clId="{C8BF692B-8527-43F5-BFB6-3D29F42D6D4D}" dt="2026-09-26T12:31:43.425" v="556" actId="20577"/>
        <pc:sldMkLst>
          <pc:docMk/>
          <pc:sldMk cId="1023348783" sldId="258"/>
        </pc:sldMkLst>
        <pc:spChg chg="mod">
          <ac:chgData name="Lê Anh Trung Hiếu" userId="eb0589ed0ff121a3" providerId="LiveId" clId="{C8BF692B-8527-43F5-BFB6-3D29F42D6D4D}" dt="2026-09-26T12:31:43.425" v="556" actId="20577"/>
          <ac:spMkLst>
            <pc:docMk/>
            <pc:sldMk cId="1023348783" sldId="258"/>
            <ac:spMk id="27" creationId="{AE354BEA-5764-4531-9D86-F9EC603D1399}"/>
          </ac:spMkLst>
        </pc:spChg>
        <pc:spChg chg="add mod">
          <ac:chgData name="Lê Anh Trung Hiếu" userId="eb0589ed0ff121a3" providerId="LiveId" clId="{C8BF692B-8527-43F5-BFB6-3D29F42D6D4D}" dt="2026-09-26T12:31:34.396" v="529" actId="767"/>
          <ac:spMkLst>
            <pc:docMk/>
            <pc:sldMk cId="1023348783" sldId="258"/>
            <ac:spMk id="28" creationId="{EB08E7E5-5F17-1431-9F81-A827A8B511E3}"/>
          </ac:spMkLst>
        </pc:spChg>
      </pc:sldChg>
      <pc:sldChg chg="modSp add mod ord setBg">
        <pc:chgData name="Lê Anh Trung Hiếu" userId="eb0589ed0ff121a3" providerId="LiveId" clId="{C8BF692B-8527-43F5-BFB6-3D29F42D6D4D}" dt="2026-09-26T12:19:12.742" v="89"/>
        <pc:sldMkLst>
          <pc:docMk/>
          <pc:sldMk cId="3157044674" sldId="261"/>
        </pc:sldMkLst>
        <pc:spChg chg="mod">
          <ac:chgData name="Lê Anh Trung Hiếu" userId="eb0589ed0ff121a3" providerId="LiveId" clId="{C8BF692B-8527-43F5-BFB6-3D29F42D6D4D}" dt="2026-09-26T12:18:24.578" v="87" actId="20577"/>
          <ac:spMkLst>
            <pc:docMk/>
            <pc:sldMk cId="3157044674" sldId="261"/>
            <ac:spMk id="4" creationId="{46DB7D9B-90EA-11D5-E762-7209E81E9B64}"/>
          </ac:spMkLst>
        </pc:spChg>
        <pc:spChg chg="mod">
          <ac:chgData name="Lê Anh Trung Hiếu" userId="eb0589ed0ff121a3" providerId="LiveId" clId="{C8BF692B-8527-43F5-BFB6-3D29F42D6D4D}" dt="2026-09-26T12:18:11.592" v="71" actId="20577"/>
          <ac:spMkLst>
            <pc:docMk/>
            <pc:sldMk cId="3157044674" sldId="261"/>
            <ac:spMk id="16" creationId="{F49CDA7B-8C83-B43A-EEEF-54C11B6810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quan dựa trên README.md và tài liệu trong docs/.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README.md, app.py và các trang trong app/ui/. Lịch sử và hồ sơ người học được lưu cục bộ.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docs/ARCHITECTURE.md, README.md, app/ui/services.py và app/services/. Các luồng Grammar và Practice dùng LLM Service; từ vựng tra chỉ mục cục bộ; history/profile dùng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cây thư mục trong repository, README.md và docs/ARCHITECTURE.md. app/models, app/prompts và app/utils nằm trong thư mục app/.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README.md và requirements.txt. LLM gọi qua OpenAI-compatible Chat Completions. Baseline là mô hình character TF-IDF + Logistic Regression dùng trong đánh giá; nó không chạy trong luồng grammar checker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A3AD-A7E4-7783-570E-BFD15D78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40648-0694-E066-DB01-D6D569193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E219F-0B44-FAA8-58F6-1868E3A29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README.md, app.py và các trang trong app/ui/. Lịch sử và hồ sơ người học được lưu cục bộ.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C5947-9BB7-880F-B21A-F6A91BD9B0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697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4ECB41-1249-4624-A5F1-EAE545148EC2}"/>
              </a:ext>
            </a:extLst>
          </p:cNvPr>
          <p:cNvSpPr>
            <a:spLocks noGrp="1"/>
          </p:cNvSpPr>
          <p:nvPr/>
        </p:nvSpPr>
        <p:spPr>
          <a:xfrm>
            <a:off x="838200" y="1938338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650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54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Finnish Learning Assistant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F69971-1377-4870-8F07-4401D6F29E20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lang="en-US" sz="2250" b="1" dirty="0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Your smart companion for mastering Finnish</a:t>
            </a:r>
            <a:endParaRPr sz="2250" b="1" dirty="0">
              <a:solidFill>
                <a:srgbClr val="547D8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20172B-EF24-47CF-BF93-90612D144DD7}"/>
              </a:ext>
            </a:extLst>
          </p:cNvPr>
          <p:cNvSpPr>
            <a:spLocks noGrp="1"/>
          </p:cNvSpPr>
          <p:nvPr/>
        </p:nvSpPr>
        <p:spPr>
          <a:xfrm>
            <a:off x="895350" y="3838575"/>
            <a:ext cx="8572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lang="en-US" sz="187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The app provides grammar feedbacks, error history, and practice exercises tailored to the learner’s weaknesses.</a:t>
            </a:r>
            <a:endParaRPr sz="1875" b="0" dirty="0">
              <a:solidFill>
                <a:srgbClr val="63727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A2672-A92E-44E2-9D34-22E6180A003A}"/>
              </a:ext>
            </a:extLst>
          </p:cNvPr>
          <p:cNvSpPr>
            <a:spLocks noGrp="1"/>
          </p:cNvSpPr>
          <p:nvPr/>
        </p:nvSpPr>
        <p:spPr>
          <a:xfrm>
            <a:off x="895350" y="5753100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lang="en-US" sz="1425" b="1" dirty="0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INSTRUCTOR: NGUYEN THANH DAT</a:t>
            </a:r>
            <a:endParaRPr sz="1425" b="1" dirty="0">
              <a:solidFill>
                <a:srgbClr val="547D8A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09151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C41DA76-56CF-4317-837A-E2F9A3824A0B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106299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lang="en-US"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TABLE OF CONTENTS</a:t>
            </a:r>
            <a:endParaRPr sz="3600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658418-6106-43F8-81F2-A6EA5A47E49B}"/>
              </a:ext>
            </a:extLst>
          </p:cNvPr>
          <p:cNvSpPr>
            <a:spLocks noGrp="1"/>
          </p:cNvSpPr>
          <p:nvPr/>
        </p:nvSpPr>
        <p:spPr>
          <a:xfrm>
            <a:off x="800100" y="1219200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Sáu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trang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Streamlit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hỗ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trợ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bốn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tác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vụ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học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tập</a:t>
            </a:r>
            <a:r>
              <a:rPr sz="1725" b="0" dirty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44BC00-EA72-4ABB-A117-EA2D519882D3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5524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650" b="1" dirty="0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B4FAFB-A272-46B8-82CE-5BACFFF09776}"/>
              </a:ext>
            </a:extLst>
          </p:cNvPr>
          <p:cNvSpPr>
            <a:spLocks noGrp="1"/>
          </p:cNvSpPr>
          <p:nvPr/>
        </p:nvSpPr>
        <p:spPr>
          <a:xfrm>
            <a:off x="1562099" y="2019300"/>
            <a:ext cx="357034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lang="en-US" sz="1875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Main features &amp; Architecture</a:t>
            </a:r>
            <a:endParaRPr sz="1875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19140-AA09-410A-8EEA-93D61C3F6250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5524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DFCF6-F0E3-4B74-8383-51FDF255BD81}"/>
              </a:ext>
            </a:extLst>
          </p:cNvPr>
          <p:cNvSpPr>
            <a:spLocks noGrp="1"/>
          </p:cNvSpPr>
          <p:nvPr/>
        </p:nvSpPr>
        <p:spPr>
          <a:xfrm>
            <a:off x="1562100" y="28575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lang="en-US" sz="1875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Technology used</a:t>
            </a:r>
            <a:endParaRPr sz="1875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3045B6-B06A-41D4-9CE8-FEA5A3407644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5524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39B6F2-AAC0-422E-9E5B-7180E3146750}"/>
              </a:ext>
            </a:extLst>
          </p:cNvPr>
          <p:cNvSpPr>
            <a:spLocks noGrp="1"/>
          </p:cNvSpPr>
          <p:nvPr/>
        </p:nvSpPr>
        <p:spPr>
          <a:xfrm>
            <a:off x="1562100" y="36957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lang="en-US" sz="1875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Technology used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059CB9-0E9B-4F86-BAE5-7E127AE09764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5524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FC3604-C5FA-4E60-ACEC-6CA93893D695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875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Luyện</a:t>
            </a:r>
            <a:r>
              <a:rPr sz="1875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75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tập</a:t>
            </a:r>
            <a:endParaRPr sz="1875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58CDC0-85AF-456A-9E55-511E89CDC9E2}"/>
              </a:ext>
            </a:extLst>
          </p:cNvPr>
          <p:cNvSpPr>
            <a:spLocks noGrp="1"/>
          </p:cNvSpPr>
          <p:nvPr/>
        </p:nvSpPr>
        <p:spPr>
          <a:xfrm>
            <a:off x="838200" y="57150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0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Home  ·  Grammar Checker  ·  Vocabulary  ·  My Mistakes  ·  Practice  ·  About</a:t>
            </a:r>
          </a:p>
        </p:txBody>
      </p:sp>
    </p:spTree>
    <p:extLst>
      <p:ext uri="{BB962C8B-B14F-4D97-AF65-F5344CB8AC3E}">
        <p14:creationId xmlns:p14="http://schemas.microsoft.com/office/powerpoint/2010/main" val="182835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E354BEA-5764-4531-9D86-F9EC603D1399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106299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lang="en-US"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Kiến</a:t>
            </a:r>
            <a:r>
              <a:rPr lang="en-US"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trúc</a:t>
            </a:r>
            <a:r>
              <a:rPr lang="en-US"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ứng</a:t>
            </a:r>
            <a:r>
              <a:rPr lang="en-US"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dụng</a:t>
            </a:r>
            <a:r>
              <a:rPr lang="en-US" sz="3600" b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APP ARCHITECTURE</a:t>
            </a:r>
            <a:endParaRPr sz="3600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489FBC-EEE7-4661-9E62-0063D2A0D594}"/>
              </a:ext>
            </a:extLst>
          </p:cNvPr>
          <p:cNvSpPr>
            <a:spLocks noGrp="1"/>
          </p:cNvSpPr>
          <p:nvPr/>
        </p:nvSpPr>
        <p:spPr>
          <a:xfrm>
            <a:off x="800100" y="1219200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Giao diện gọi service riêng cho từng tác vụ.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9B0D30-5ACC-4275-B595-84286D08C26D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TRANG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965B25-2AB0-4043-B273-D82E6E1132D8}"/>
              </a:ext>
            </a:extLst>
          </p:cNvPr>
          <p:cNvSpPr>
            <a:spLocks noGrp="1"/>
          </p:cNvSpPr>
          <p:nvPr/>
        </p:nvSpPr>
        <p:spPr>
          <a:xfrm>
            <a:off x="3790950" y="18478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TẦNG DỊCH VỤ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52A13-7022-43D9-9A95-D512050AB676}"/>
              </a:ext>
            </a:extLst>
          </p:cNvPr>
          <p:cNvSpPr>
            <a:spLocks noGrp="1"/>
          </p:cNvSpPr>
          <p:nvPr/>
        </p:nvSpPr>
        <p:spPr>
          <a:xfrm>
            <a:off x="8096250" y="18478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DỊCH VỤ / DỮ LIỆU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D889F4-69FF-4834-B7E5-D509EFBE94D0}"/>
              </a:ext>
            </a:extLst>
          </p:cNvPr>
          <p:cNvSpPr>
            <a:spLocks noGrp="1"/>
          </p:cNvSpPr>
          <p:nvPr/>
        </p:nvSpPr>
        <p:spPr>
          <a:xfrm>
            <a:off x="838200" y="2390775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Grammar Checker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9739B9-C9DC-4330-A4F3-783F2B154D12}"/>
              </a:ext>
            </a:extLst>
          </p:cNvPr>
          <p:cNvSpPr>
            <a:spLocks noGrp="1"/>
          </p:cNvSpPr>
          <p:nvPr/>
        </p:nvSpPr>
        <p:spPr>
          <a:xfrm>
            <a:off x="3390900" y="2390775"/>
            <a:ext cx="3429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78908F-1BCF-4A62-9826-9B4797CD3617}"/>
              </a:ext>
            </a:extLst>
          </p:cNvPr>
          <p:cNvSpPr>
            <a:spLocks noGrp="1"/>
          </p:cNvSpPr>
          <p:nvPr/>
        </p:nvSpPr>
        <p:spPr>
          <a:xfrm>
            <a:off x="3790950" y="2390775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Grammar Service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AB8AC3-6C44-4708-A7A4-C6C24FCCB14B}"/>
              </a:ext>
            </a:extLst>
          </p:cNvPr>
          <p:cNvSpPr>
            <a:spLocks noGrp="1"/>
          </p:cNvSpPr>
          <p:nvPr/>
        </p:nvSpPr>
        <p:spPr>
          <a:xfrm>
            <a:off x="7334250" y="23907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B0F7C7-89B0-45FF-B88A-D8F20A1D96AE}"/>
              </a:ext>
            </a:extLst>
          </p:cNvPr>
          <p:cNvSpPr>
            <a:spLocks noGrp="1"/>
          </p:cNvSpPr>
          <p:nvPr/>
        </p:nvSpPr>
        <p:spPr>
          <a:xfrm>
            <a:off x="8096250" y="23907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LLM Service →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BA8E9-2C8C-4BF3-A63A-19BE6AD29766}"/>
              </a:ext>
            </a:extLst>
          </p:cNvPr>
          <p:cNvSpPr>
            <a:spLocks noGrp="1"/>
          </p:cNvSpPr>
          <p:nvPr/>
        </p:nvSpPr>
        <p:spPr>
          <a:xfrm>
            <a:off x="838200" y="3171825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Vocabulary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1385AC-89E2-4DFB-9816-1016132B2813}"/>
              </a:ext>
            </a:extLst>
          </p:cNvPr>
          <p:cNvSpPr>
            <a:spLocks noGrp="1"/>
          </p:cNvSpPr>
          <p:nvPr/>
        </p:nvSpPr>
        <p:spPr>
          <a:xfrm>
            <a:off x="3390900" y="3171825"/>
            <a:ext cx="3429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D336FF-3A47-4544-B843-5C0205970801}"/>
              </a:ext>
            </a:extLst>
          </p:cNvPr>
          <p:cNvSpPr>
            <a:spLocks noGrp="1"/>
          </p:cNvSpPr>
          <p:nvPr/>
        </p:nvSpPr>
        <p:spPr>
          <a:xfrm>
            <a:off x="3790950" y="3171825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Vocabulary 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0B45A6-4A69-416A-994D-D87DBB56FFE4}"/>
              </a:ext>
            </a:extLst>
          </p:cNvPr>
          <p:cNvSpPr>
            <a:spLocks noGrp="1"/>
          </p:cNvSpPr>
          <p:nvPr/>
        </p:nvSpPr>
        <p:spPr>
          <a:xfrm>
            <a:off x="7334250" y="31718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729917-9A95-4969-AA55-E862D827E8D6}"/>
              </a:ext>
            </a:extLst>
          </p:cNvPr>
          <p:cNvSpPr>
            <a:spLocks noGrp="1"/>
          </p:cNvSpPr>
          <p:nvPr/>
        </p:nvSpPr>
        <p:spPr>
          <a:xfrm>
            <a:off x="8096250" y="317182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UD + FinnWordNet index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067A3E-6C65-4DB7-B0B2-267CEEB5D480}"/>
              </a:ext>
            </a:extLst>
          </p:cNvPr>
          <p:cNvSpPr>
            <a:spLocks noGrp="1"/>
          </p:cNvSpPr>
          <p:nvPr/>
        </p:nvSpPr>
        <p:spPr>
          <a:xfrm>
            <a:off x="838200" y="3952875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My Mistakes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18143E-5688-4271-BAFD-03D2E4B14B54}"/>
              </a:ext>
            </a:extLst>
          </p:cNvPr>
          <p:cNvSpPr>
            <a:spLocks noGrp="1"/>
          </p:cNvSpPr>
          <p:nvPr/>
        </p:nvSpPr>
        <p:spPr>
          <a:xfrm>
            <a:off x="3390900" y="3952875"/>
            <a:ext cx="3429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473FF3-86AF-471C-BB7F-9DECF2477A4D}"/>
              </a:ext>
            </a:extLst>
          </p:cNvPr>
          <p:cNvSpPr>
            <a:spLocks noGrp="1"/>
          </p:cNvSpPr>
          <p:nvPr/>
        </p:nvSpPr>
        <p:spPr>
          <a:xfrm>
            <a:off x="3790950" y="3952875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Database + Profile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15B254-84F2-46B9-9850-B94443820049}"/>
              </a:ext>
            </a:extLst>
          </p:cNvPr>
          <p:cNvSpPr>
            <a:spLocks noGrp="1"/>
          </p:cNvSpPr>
          <p:nvPr/>
        </p:nvSpPr>
        <p:spPr>
          <a:xfrm>
            <a:off x="7334250" y="39528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ABEF8C-ED58-47FD-837B-9404395108DC}"/>
              </a:ext>
            </a:extLst>
          </p:cNvPr>
          <p:cNvSpPr>
            <a:spLocks noGrp="1"/>
          </p:cNvSpPr>
          <p:nvPr/>
        </p:nvSpPr>
        <p:spPr>
          <a:xfrm>
            <a:off x="8096250" y="39528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SQLite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07081C-BD93-4C36-8D3C-B631FC5AC9F1}"/>
              </a:ext>
            </a:extLst>
          </p:cNvPr>
          <p:cNvSpPr>
            <a:spLocks noGrp="1"/>
          </p:cNvSpPr>
          <p:nvPr/>
        </p:nvSpPr>
        <p:spPr>
          <a:xfrm>
            <a:off x="838200" y="4733925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Practice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CC1799-6CF6-4D16-B3E8-23D981191DA3}"/>
              </a:ext>
            </a:extLst>
          </p:cNvPr>
          <p:cNvSpPr>
            <a:spLocks noGrp="1"/>
          </p:cNvSpPr>
          <p:nvPr/>
        </p:nvSpPr>
        <p:spPr>
          <a:xfrm>
            <a:off x="3390900" y="4733925"/>
            <a:ext cx="3429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5265F1-707E-4399-8C3F-CA16A11BB9CE}"/>
              </a:ext>
            </a:extLst>
          </p:cNvPr>
          <p:cNvSpPr>
            <a:spLocks noGrp="1"/>
          </p:cNvSpPr>
          <p:nvPr/>
        </p:nvSpPr>
        <p:spPr>
          <a:xfrm>
            <a:off x="3790950" y="4733925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Exercise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22AA7E-DDE7-4CF7-88AC-1FC112398D3A}"/>
              </a:ext>
            </a:extLst>
          </p:cNvPr>
          <p:cNvSpPr>
            <a:spLocks noGrp="1"/>
          </p:cNvSpPr>
          <p:nvPr/>
        </p:nvSpPr>
        <p:spPr>
          <a:xfrm>
            <a:off x="7334250" y="47339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063BAF-7EA7-4A90-9D8B-5C1D40CF484C}"/>
              </a:ext>
            </a:extLst>
          </p:cNvPr>
          <p:cNvSpPr>
            <a:spLocks noGrp="1"/>
          </p:cNvSpPr>
          <p:nvPr/>
        </p:nvSpPr>
        <p:spPr>
          <a:xfrm>
            <a:off x="8096250" y="473392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Profile weakness → LLM Service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D6452C-2896-49F1-A5EC-F1E84102FD7E}"/>
              </a:ext>
            </a:extLst>
          </p:cNvPr>
          <p:cNvSpPr>
            <a:spLocks noGrp="1"/>
          </p:cNvSpPr>
          <p:nvPr/>
        </p:nvSpPr>
        <p:spPr>
          <a:xfrm>
            <a:off x="838200" y="57721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Profile Service tổng hợp lỗi đã lưu để gợi ý chủ đề luyện tập.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08E7E5-5F17-1431-9F81-A827A8B511E3}"/>
              </a:ext>
            </a:extLst>
          </p:cNvPr>
          <p:cNvSpPr txBox="1"/>
          <p:nvPr/>
        </p:nvSpPr>
        <p:spPr>
          <a:xfrm>
            <a:off x="5247409" y="9040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34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DCF734C-7C9A-406B-BC08-83F96F7435C4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106299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Cấu</a:t>
            </a:r>
            <a:r>
              <a:rPr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trúc</a:t>
            </a:r>
            <a:r>
              <a:rPr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mã</a:t>
            </a:r>
            <a:r>
              <a:rPr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nguồn</a:t>
            </a:r>
            <a:endParaRPr sz="3600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714A1D-C6BF-4F3E-9F62-AF56E9C2A913}"/>
              </a:ext>
            </a:extLst>
          </p:cNvPr>
          <p:cNvSpPr>
            <a:spLocks noGrp="1"/>
          </p:cNvSpPr>
          <p:nvPr/>
        </p:nvSpPr>
        <p:spPr>
          <a:xfrm>
            <a:off x="800100" y="1219200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Các thư mục tách giao diện, nghiệp vụ và dữ liệu.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F9C63F-7A09-4D9A-9885-7C1470192866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38576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app.py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B5B71B-735A-4B62-AFF4-9ABB580449F6}"/>
              </a:ext>
            </a:extLst>
          </p:cNvPr>
          <p:cNvSpPr>
            <a:spLocks noGrp="1"/>
          </p:cNvSpPr>
          <p:nvPr/>
        </p:nvSpPr>
        <p:spPr>
          <a:xfrm>
            <a:off x="4876800" y="1943100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Khởi tạo ứng dụng và điều hướng trang.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4E2966-6724-48AA-9BE2-28D13029A4A4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38576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app/ui/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2AE52-3F55-45F9-8396-B92F53C4A0CD}"/>
              </a:ext>
            </a:extLst>
          </p:cNvPr>
          <p:cNvSpPr>
            <a:spLocks noGrp="1"/>
          </p:cNvSpPr>
          <p:nvPr/>
        </p:nvSpPr>
        <p:spPr>
          <a:xfrm>
            <a:off x="4876800" y="2571750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Sáu trang Streamlit và trạng thái giao diện.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CE399-45A7-4D16-85A8-376CE1F85A42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38576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app/services/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441E4F-524F-4A4B-86D5-AFBEA4095848}"/>
              </a:ext>
            </a:extLst>
          </p:cNvPr>
          <p:cNvSpPr>
            <a:spLocks noGrp="1"/>
          </p:cNvSpPr>
          <p:nvPr/>
        </p:nvSpPr>
        <p:spPr>
          <a:xfrm>
            <a:off x="4876800" y="3200400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Ngữ pháp, từ vựng, persistence, profile, bài tập và LLM.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E4D6AE-CFC3-4CDF-A222-EEB2EF8C2016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38576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app/models/ · prompts/ · utils/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0B2D39-9E11-498D-90C8-6F4A1BB14287}"/>
              </a:ext>
            </a:extLst>
          </p:cNvPr>
          <p:cNvSpPr>
            <a:spLocks noGrp="1"/>
          </p:cNvSpPr>
          <p:nvPr/>
        </p:nvSpPr>
        <p:spPr>
          <a:xfrm>
            <a:off x="4876800" y="3829050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Kiểu kết quả, chỉ dẫn LLM và tiện ích.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3BE8B9-FE81-4059-A751-A0F8F458311E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38576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data/ · database/ · models/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909C97-52B9-4EE8-9955-FFB73C0712AA}"/>
              </a:ext>
            </a:extLst>
          </p:cNvPr>
          <p:cNvSpPr>
            <a:spLocks noGrp="1"/>
          </p:cNvSpPr>
          <p:nvPr/>
        </p:nvSpPr>
        <p:spPr>
          <a:xfrm>
            <a:off x="4876800" y="4457700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Chỉ mục từ vựng, evaluation, SQLite và baseline.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8A8C01-F8B5-479E-9994-41B128DBF5CF}"/>
              </a:ext>
            </a:extLst>
          </p:cNvPr>
          <p:cNvSpPr>
            <a:spLocks noGrp="1"/>
          </p:cNvSpPr>
          <p:nvPr/>
        </p:nvSpPr>
        <p:spPr>
          <a:xfrm>
            <a:off x="838200" y="5086350"/>
            <a:ext cx="38576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notebooks/ · docs/ · reports/ · tests/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6E5A61-19AF-413F-AFF9-EFDBF0E1D496}"/>
              </a:ext>
            </a:extLst>
          </p:cNvPr>
          <p:cNvSpPr>
            <a:spLocks noGrp="1"/>
          </p:cNvSpPr>
          <p:nvPr/>
        </p:nvSpPr>
        <p:spPr>
          <a:xfrm>
            <a:off x="4876800" y="5086350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Phân tích, tài liệu, kết quả và kiểm thử hồi quy.</a:t>
            </a:r>
          </a:p>
        </p:txBody>
      </p:sp>
    </p:spTree>
    <p:extLst>
      <p:ext uri="{BB962C8B-B14F-4D97-AF65-F5344CB8AC3E}">
        <p14:creationId xmlns:p14="http://schemas.microsoft.com/office/powerpoint/2010/main" val="88423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F9C3765-3461-47B8-95C9-7F3BCA3F9C81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106299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Công </a:t>
            </a:r>
            <a:r>
              <a:rPr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nghệ</a:t>
            </a:r>
            <a:r>
              <a:rPr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sử</a:t>
            </a:r>
            <a:r>
              <a:rPr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600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dụng</a:t>
            </a:r>
            <a:endParaRPr sz="3600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E6DE0A-6C25-4552-BE80-675B6237DD9C}"/>
              </a:ext>
            </a:extLst>
          </p:cNvPr>
          <p:cNvSpPr>
            <a:spLocks noGrp="1"/>
          </p:cNvSpPr>
          <p:nvPr/>
        </p:nvSpPr>
        <p:spPr>
          <a:xfrm>
            <a:off x="800100" y="1219200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Stack gọn cho một MVP chạy cục bộ.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BD88A0-4777-4831-835E-B115D17A1CA8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ỨNG DỤNG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86890-4024-4015-86B1-93F024DBF209}"/>
              </a:ext>
            </a:extLst>
          </p:cNvPr>
          <p:cNvSpPr>
            <a:spLocks noGrp="1"/>
          </p:cNvSpPr>
          <p:nvPr/>
        </p:nvSpPr>
        <p:spPr>
          <a:xfrm>
            <a:off x="3200400" y="186690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Python 3.12  ·  </a:t>
            </a:r>
            <a:r>
              <a:rPr sz="1725" b="1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Streamlit</a:t>
            </a:r>
            <a:endParaRPr sz="1725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71D03-05D5-465E-926C-DAA898C2F3E8}"/>
              </a:ext>
            </a:extLst>
          </p:cNvPr>
          <p:cNvSpPr>
            <a:spLocks noGrp="1"/>
          </p:cNvSpPr>
          <p:nvPr/>
        </p:nvSpPr>
        <p:spPr>
          <a:xfrm>
            <a:off x="838200" y="24479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0DEE92-D129-4D28-80F2-68C4DFE3EF44}"/>
              </a:ext>
            </a:extLst>
          </p:cNvPr>
          <p:cNvSpPr>
            <a:spLocks noGrp="1"/>
          </p:cNvSpPr>
          <p:nvPr/>
        </p:nvSpPr>
        <p:spPr>
          <a:xfrm>
            <a:off x="3200400" y="2428875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OpenAI-compatible Chat Completions  ·  requests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417A2-107C-4675-9B62-F7712A633010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LƯU TRỮ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4E0E26-9EA2-4499-97D5-5BF7BD64ED78}"/>
              </a:ext>
            </a:extLst>
          </p:cNvPr>
          <p:cNvSpPr>
            <a:spLocks noGrp="1"/>
          </p:cNvSpPr>
          <p:nvPr/>
        </p:nvSpPr>
        <p:spPr>
          <a:xfrm>
            <a:off x="3200400" y="29908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SQLite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FB4EA9-6F61-4F4B-8A35-CBB0A4BEF4E0}"/>
              </a:ext>
            </a:extLst>
          </p:cNvPr>
          <p:cNvSpPr>
            <a:spLocks noGrp="1"/>
          </p:cNvSpPr>
          <p:nvPr/>
        </p:nvSpPr>
        <p:spPr>
          <a:xfrm>
            <a:off x="838200" y="357187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TỪ VỰNG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A323F5-E313-421D-8BBE-8E2C8BB257A6}"/>
              </a:ext>
            </a:extLst>
          </p:cNvPr>
          <p:cNvSpPr>
            <a:spLocks noGrp="1"/>
          </p:cNvSpPr>
          <p:nvPr/>
        </p:nvSpPr>
        <p:spPr>
          <a:xfrm>
            <a:off x="3200400" y="3552825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UD Finnish-TDT / FTB  ·  </a:t>
            </a:r>
            <a:r>
              <a:rPr sz="1725" b="0" dirty="0" err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FinnWordNet</a:t>
            </a:r>
            <a:endParaRPr sz="1725" b="0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735B5A-01F6-499A-AC0D-075469BCE804}"/>
              </a:ext>
            </a:extLst>
          </p:cNvPr>
          <p:cNvSpPr>
            <a:spLocks noGrp="1"/>
          </p:cNvSpPr>
          <p:nvPr/>
        </p:nvSpPr>
        <p:spPr>
          <a:xfrm>
            <a:off x="838200" y="41338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PHÂN TÍCH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D8F8C8-13A1-43DA-89AC-38A3F12E5410}"/>
              </a:ext>
            </a:extLst>
          </p:cNvPr>
          <p:cNvSpPr>
            <a:spLocks noGrp="1"/>
          </p:cNvSpPr>
          <p:nvPr/>
        </p:nvSpPr>
        <p:spPr>
          <a:xfrm>
            <a:off x="3200400" y="411480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575" b="0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pandas  ·  NumPy  ·  Jupyter  ·  matplotlib  ·  seaborn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AEC04-0A48-43A4-A2B8-482B3EC734CC}"/>
              </a:ext>
            </a:extLst>
          </p:cNvPr>
          <p:cNvSpPr>
            <a:spLocks noGrp="1"/>
          </p:cNvSpPr>
          <p:nvPr/>
        </p:nvSpPr>
        <p:spPr>
          <a:xfrm>
            <a:off x="838200" y="46958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ML BASELINE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8E5684-6417-42FC-868F-2B30324CCF6A}"/>
              </a:ext>
            </a:extLst>
          </p:cNvPr>
          <p:cNvSpPr>
            <a:spLocks noGrp="1"/>
          </p:cNvSpPr>
          <p:nvPr/>
        </p:nvSpPr>
        <p:spPr>
          <a:xfrm>
            <a:off x="3200400" y="4676775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scikit-learn  ·  character TF-IDF + Logistic Regression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6D2BCC-2FB4-4302-90A0-E148CA18B828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Grammar checker production dùng LLM; mô hình scikit-learn là baseline thực nghiệm.</a:t>
            </a:r>
          </a:p>
        </p:txBody>
      </p:sp>
    </p:spTree>
    <p:extLst>
      <p:ext uri="{BB962C8B-B14F-4D97-AF65-F5344CB8AC3E}">
        <p14:creationId xmlns:p14="http://schemas.microsoft.com/office/powerpoint/2010/main" val="5691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9A2F-1995-EEEC-EF07-F2D7F927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49CDA7B-8C83-B43A-EEEF-54C11B681058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106299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lang="en-US" sz="3600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Main features</a:t>
            </a:r>
            <a:endParaRPr sz="3600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A1F15D-14A9-9056-13A7-FA7362B9EE51}"/>
              </a:ext>
            </a:extLst>
          </p:cNvPr>
          <p:cNvSpPr>
            <a:spLocks noGrp="1"/>
          </p:cNvSpPr>
          <p:nvPr/>
        </p:nvSpPr>
        <p:spPr>
          <a:xfrm>
            <a:off x="800100" y="1219200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Sáu trang Streamlit hỗ trợ bốn tác vụ học tập.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87AF9-66A5-7472-082C-1CB59AAB15B8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5524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DB7D9B-90EA-11D5-E762-7209E81E9B64}"/>
              </a:ext>
            </a:extLst>
          </p:cNvPr>
          <p:cNvSpPr>
            <a:spLocks noGrp="1"/>
          </p:cNvSpPr>
          <p:nvPr/>
        </p:nvSpPr>
        <p:spPr>
          <a:xfrm>
            <a:off x="1562100" y="20193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lang="en-US" sz="1875" b="1" dirty="0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Grammar Checking</a:t>
            </a:r>
            <a:endParaRPr sz="1875" b="1" dirty="0">
              <a:solidFill>
                <a:srgbClr val="2636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2584A3-2322-7410-000F-9E3D9779A2A5}"/>
              </a:ext>
            </a:extLst>
          </p:cNvPr>
          <p:cNvSpPr>
            <a:spLocks noGrp="1"/>
          </p:cNvSpPr>
          <p:nvPr/>
        </p:nvSpPr>
        <p:spPr>
          <a:xfrm>
            <a:off x="4591050" y="20383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Sửa câu, phân loại lỗi và giải thích quy tắc.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CC62DE-25EE-370B-F3B0-1EDD5809646F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5524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E7C8D6-CD6C-344E-AFE0-83E764759209}"/>
              </a:ext>
            </a:extLst>
          </p:cNvPr>
          <p:cNvSpPr>
            <a:spLocks noGrp="1"/>
          </p:cNvSpPr>
          <p:nvPr/>
        </p:nvSpPr>
        <p:spPr>
          <a:xfrm>
            <a:off x="1562100" y="28575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Tra từ vựng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E14647-3382-CB43-54D2-5CB3F8400CA1}"/>
              </a:ext>
            </a:extLst>
          </p:cNvPr>
          <p:cNvSpPr>
            <a:spLocks noGrp="1"/>
          </p:cNvSpPr>
          <p:nvPr/>
        </p:nvSpPr>
        <p:spPr>
          <a:xfrm>
            <a:off x="4591050" y="28765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Tra dạng gốc, từ loại, hình thái và nghĩa tiếng Anh.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2996F9-AB78-CC97-A871-A6AADF7EEC8D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5524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E2FB32-8D16-C06F-0632-C280E936F72F}"/>
              </a:ext>
            </a:extLst>
          </p:cNvPr>
          <p:cNvSpPr>
            <a:spLocks noGrp="1"/>
          </p:cNvSpPr>
          <p:nvPr/>
        </p:nvSpPr>
        <p:spPr>
          <a:xfrm>
            <a:off x="1562100" y="36957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Theo dõi lỗi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84945-9BE5-574E-2087-3BB04B7FF4B6}"/>
              </a:ext>
            </a:extLst>
          </p:cNvPr>
          <p:cNvSpPr>
            <a:spLocks noGrp="1"/>
          </p:cNvSpPr>
          <p:nvPr/>
        </p:nvSpPr>
        <p:spPr>
          <a:xfrm>
            <a:off x="4591050" y="37147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Lưu lịch sử kiểm tra và nhận diện lỗi lặp lại.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74A27C-F9DB-E268-987F-3106D4895D2C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5524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9380F-E254-DDD6-26EC-AAB8B9559528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26363B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6363B"/>
                </a:solidFill>
                <a:latin typeface="Segoe UI"/>
                <a:ea typeface="Segoe UI"/>
                <a:cs typeface="Segoe UI"/>
              </a:rPr>
              <a:t>Luyện tập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C8484A-6DF0-A398-9A84-3A9680793B62}"/>
              </a:ext>
            </a:extLst>
          </p:cNvPr>
          <p:cNvSpPr>
            <a:spLocks noGrp="1"/>
          </p:cNvSpPr>
          <p:nvPr/>
        </p:nvSpPr>
        <p:spPr>
          <a:xfrm>
            <a:off x="4591050" y="45529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372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37277"/>
                </a:solidFill>
                <a:latin typeface="Segoe UI"/>
                <a:ea typeface="Segoe UI"/>
                <a:cs typeface="Segoe UI"/>
              </a:rPr>
              <a:t>Sinh bài tập theo điểm yếu được ghi nhận.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53C63A-8896-6A72-946B-5647DE9B775B}"/>
              </a:ext>
            </a:extLst>
          </p:cNvPr>
          <p:cNvSpPr>
            <a:spLocks noGrp="1"/>
          </p:cNvSpPr>
          <p:nvPr/>
        </p:nvSpPr>
        <p:spPr>
          <a:xfrm>
            <a:off x="838200" y="57150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0">
                <a:solidFill>
                  <a:srgbClr val="547D8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47D8A"/>
                </a:solidFill>
                <a:latin typeface="Segoe UI"/>
                <a:ea typeface="Segoe UI"/>
                <a:cs typeface="Segoe UI"/>
              </a:rPr>
              <a:t>Home  ·  Grammar Checker  ·  Vocabulary  ·  My Mistakes  ·  Practice  ·  About</a:t>
            </a:r>
          </a:p>
        </p:txBody>
      </p:sp>
    </p:spTree>
    <p:extLst>
      <p:ext uri="{BB962C8B-B14F-4D97-AF65-F5344CB8AC3E}">
        <p14:creationId xmlns:p14="http://schemas.microsoft.com/office/powerpoint/2010/main" val="31570446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DocSecurity>0</DocSecurity>
  <PresentationFormat>Widescreen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Lê Anh Trung Hiếu</cp:lastModifiedBy>
  <cp:revision>1</cp:revision>
  <dcterms:created xsi:type="dcterms:W3CDTF">2026-09-26T12:11:08Z</dcterms:created>
  <dcterms:modified xsi:type="dcterms:W3CDTF">2026-09-26T12:31:48Z</dcterms:modified>
</cp:coreProperties>
</file>